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68" r:id="rId3"/>
    <p:sldId id="264" r:id="rId4"/>
    <p:sldId id="265" r:id="rId5"/>
    <p:sldId id="298" r:id="rId6"/>
    <p:sldId id="271" r:id="rId7"/>
    <p:sldId id="300" r:id="rId8"/>
    <p:sldId id="299" r:id="rId9"/>
    <p:sldId id="301" r:id="rId10"/>
    <p:sldId id="277" r:id="rId11"/>
    <p:sldId id="278" r:id="rId12"/>
    <p:sldId id="279" r:id="rId13"/>
    <p:sldId id="297" r:id="rId14"/>
    <p:sldId id="258" r:id="rId15"/>
    <p:sldId id="260" r:id="rId16"/>
    <p:sldId id="262" r:id="rId17"/>
    <p:sldId id="267" r:id="rId18"/>
    <p:sldId id="302" r:id="rId19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579"/>
    <p:restoredTop sz="94637"/>
  </p:normalViewPr>
  <p:slideViewPr>
    <p:cSldViewPr snapToGrid="0" snapToObjects="1">
      <p:cViewPr varScale="1">
        <p:scale>
          <a:sx n="140" d="100"/>
          <a:sy n="140" d="100"/>
        </p:scale>
        <p:origin x="1168" y="18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41772"/>
            <a:ext cx="7772400" cy="1790700"/>
          </a:xfrm>
        </p:spPr>
        <p:txBody>
          <a:bodyPr anchor="b"/>
          <a:lstStyle>
            <a:lvl1pPr algn="ctr">
              <a:defRPr sz="4500">
                <a:latin typeface="Avenir Book" charset="0"/>
                <a:ea typeface="Avenir Book" charset="0"/>
                <a:cs typeface="Avenir Book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>
                <a:latin typeface="Avenir Book" charset="0"/>
                <a:ea typeface="Avenir Book" charset="0"/>
                <a:cs typeface="Avenir Book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venir Book" charset="0"/>
                <a:ea typeface="Avenir Book" charset="0"/>
                <a:cs typeface="Avenir Book" charset="0"/>
              </a:defRPr>
            </a:lvl1pPr>
          </a:lstStyle>
          <a:p>
            <a:fld id="{11D00EF0-620D-6D42-BE8F-A31A5DBBF69B}" type="datetimeFigureOut">
              <a:rPr lang="en-US" smtClean="0"/>
              <a:pPr/>
              <a:t>10/26/26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venir Book" charset="0"/>
                <a:ea typeface="Avenir Book" charset="0"/>
                <a:cs typeface="Avenir Book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venir Book" charset="0"/>
                <a:ea typeface="Avenir Book" charset="0"/>
                <a:cs typeface="Avenir Book" charset="0"/>
              </a:defRPr>
            </a:lvl1pPr>
          </a:lstStyle>
          <a:p>
            <a:fld id="{71A29F65-76C4-F548-AE08-0064E53EC6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venir Book" panose="02000503020000020003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venir Book" panose="02000503020000020003" pitchFamily="2" charset="0"/>
              </a:defRPr>
            </a:lvl1pPr>
            <a:lvl2pPr>
              <a:defRPr>
                <a:latin typeface="Avenir Book" panose="02000503020000020003" pitchFamily="2" charset="0"/>
              </a:defRPr>
            </a:lvl2pPr>
            <a:lvl3pPr>
              <a:defRPr>
                <a:latin typeface="Avenir Book" panose="02000503020000020003" pitchFamily="2" charset="0"/>
              </a:defRPr>
            </a:lvl3pPr>
            <a:lvl4pPr>
              <a:defRPr>
                <a:latin typeface="Avenir Book" panose="02000503020000020003" pitchFamily="2" charset="0"/>
              </a:defRPr>
            </a:lvl4pPr>
            <a:lvl5pPr>
              <a:defRPr>
                <a:latin typeface="Avenir Book" panose="02000503020000020003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venir Book" panose="02000503020000020003" pitchFamily="2" charset="0"/>
              </a:defRPr>
            </a:lvl1pPr>
          </a:lstStyle>
          <a:p>
            <a:fld id="{11D00EF0-620D-6D42-BE8F-A31A5DBBF69B}" type="datetimeFigureOut">
              <a:rPr lang="en-US" smtClean="0"/>
              <a:pPr/>
              <a:t>10/26/26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venir Book" panose="02000503020000020003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venir Book" panose="02000503020000020003" pitchFamily="2" charset="0"/>
              </a:defRPr>
            </a:lvl1pPr>
          </a:lstStyle>
          <a:p>
            <a:fld id="{71A29F65-76C4-F548-AE08-0064E53EC6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00EF0-620D-6D42-BE8F-A31A5DBBF69B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29F65-76C4-F548-AE08-0064E53EC60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00EF0-620D-6D42-BE8F-A31A5DBBF69B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29F65-76C4-F548-AE08-0064E53EC60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5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00EF0-620D-6D42-BE8F-A31A5DBBF69B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29F65-76C4-F548-AE08-0064E53EC60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00EF0-620D-6D42-BE8F-A31A5DBBF69B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29F65-76C4-F548-AE08-0064E53EC60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00EF0-620D-6D42-BE8F-A31A5DBBF69B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29F65-76C4-F548-AE08-0064E53EC60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00EF0-620D-6D42-BE8F-A31A5DBBF69B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29F65-76C4-F548-AE08-0064E53EC60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00EF0-620D-6D42-BE8F-A31A5DBBF69B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29F65-76C4-F548-AE08-0064E53EC60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00EF0-620D-6D42-BE8F-A31A5DBBF69B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29F65-76C4-F548-AE08-0064E53EC60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00EF0-620D-6D42-BE8F-A31A5DBBF69B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29F65-76C4-F548-AE08-0064E53EC60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D00EF0-620D-6D42-BE8F-A31A5DBBF69B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A29F65-76C4-F548-AE08-0064E53EC6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4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EE6EF-B719-9C42-9D28-BEB5214B48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</p:spTree>
    <p:extLst>
      <p:ext uri="{BB962C8B-B14F-4D97-AF65-F5344CB8AC3E}">
        <p14:creationId xmlns:p14="http://schemas.microsoft.com/office/powerpoint/2010/main" val="683058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Incorporate sets of instructions that you want to use repeatedly or that, because of their complexity, are better self-contained in a sub program and called when needed. </a:t>
            </a:r>
          </a:p>
          <a:p>
            <a:endParaRPr lang="en-US" dirty="0"/>
          </a:p>
          <a:p>
            <a:r>
              <a:rPr lang="en-US" dirty="0"/>
              <a:t>A function is a piece of code written to carry out a specified task; it can or can not accept arguments or parameters and it can or can not return one or more values.</a:t>
            </a:r>
          </a:p>
        </p:txBody>
      </p:sp>
    </p:spTree>
    <p:extLst>
      <p:ext uri="{BB962C8B-B14F-4D97-AF65-F5344CB8AC3E}">
        <p14:creationId xmlns:p14="http://schemas.microsoft.com/office/powerpoint/2010/main" val="1350611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Automate common tasks in a more powerful and general way than copy-and-pasting</a:t>
            </a:r>
          </a:p>
          <a:p>
            <a:endParaRPr lang="en-US" dirty="0"/>
          </a:p>
          <a:p>
            <a:r>
              <a:rPr lang="en-US" dirty="0"/>
              <a:t>Advantages:</a:t>
            </a:r>
          </a:p>
          <a:p>
            <a:pPr lvl="1"/>
            <a:r>
              <a:rPr lang="en-US" dirty="0"/>
              <a:t>You can give a function an evocative name that makes your code easier to understand.</a:t>
            </a:r>
          </a:p>
          <a:p>
            <a:pPr lvl="1"/>
            <a:r>
              <a:rPr lang="en-US" dirty="0"/>
              <a:t>As requirements change, you only need to update code in one place, instead of many.</a:t>
            </a:r>
          </a:p>
          <a:p>
            <a:pPr lvl="1"/>
            <a:r>
              <a:rPr lang="en-US" dirty="0"/>
              <a:t>You eliminate the chance of making incidental mistakes when you copy and paste (i.e. updating a variable name in one place, but not in another).</a:t>
            </a:r>
          </a:p>
        </p:txBody>
      </p:sp>
    </p:spTree>
    <p:extLst>
      <p:ext uri="{BB962C8B-B14F-4D97-AF65-F5344CB8AC3E}">
        <p14:creationId xmlns:p14="http://schemas.microsoft.com/office/powerpoint/2010/main" val="1386830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should you write a function?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Whenever you’ve copied and pasted a block of code more than twice (i.e. you now have three copies of the same code)</a:t>
            </a:r>
          </a:p>
        </p:txBody>
      </p:sp>
    </p:spTree>
    <p:extLst>
      <p:ext uri="{BB962C8B-B14F-4D97-AF65-F5344CB8AC3E}">
        <p14:creationId xmlns:p14="http://schemas.microsoft.com/office/powerpoint/2010/main" val="1512508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D75BF-CB1E-3D47-B8FA-035FA29B4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syntax</a:t>
            </a:r>
          </a:p>
        </p:txBody>
      </p:sp>
      <p:pic>
        <p:nvPicPr>
          <p:cNvPr id="5" name="Picture 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4FDB46E3-EB8E-F246-9815-8907D0686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746250"/>
            <a:ext cx="6502400" cy="165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179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1" y="93091"/>
            <a:ext cx="7886700" cy="994172"/>
          </a:xfrm>
        </p:spPr>
        <p:txBody>
          <a:bodyPr/>
          <a:lstStyle/>
          <a:p>
            <a:r>
              <a:rPr lang="en-US" dirty="0"/>
              <a:t>Three key steps to creating a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1" y="1254240"/>
            <a:ext cx="7675378" cy="2926334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You need to pick a </a:t>
            </a:r>
            <a:r>
              <a:rPr lang="en-US" b="1" dirty="0"/>
              <a:t>name</a:t>
            </a:r>
            <a:r>
              <a:rPr lang="en-US" dirty="0"/>
              <a:t> for the function. Pick something that helps you understand what the function does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You list the inputs, or </a:t>
            </a:r>
            <a:r>
              <a:rPr lang="en-US" b="1" dirty="0"/>
              <a:t>arguments</a:t>
            </a:r>
            <a:r>
              <a:rPr lang="en-US" dirty="0"/>
              <a:t>, to the function inside function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You place the code you have developed in </a:t>
            </a:r>
            <a:r>
              <a:rPr lang="en-US" b="1" dirty="0"/>
              <a:t>body</a:t>
            </a:r>
            <a:r>
              <a:rPr lang="en-US" dirty="0"/>
              <a:t> of the function, a { } block that immediately follows function(...).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945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51B7E-587D-83F8-DBE4-54AC3C1AE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9BFF3-63FB-55B7-A481-F93085232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1" y="93091"/>
            <a:ext cx="7886700" cy="994172"/>
          </a:xfrm>
        </p:spPr>
        <p:txBody>
          <a:bodyPr/>
          <a:lstStyle/>
          <a:p>
            <a:r>
              <a:rPr lang="en-US" dirty="0"/>
              <a:t>Three key steps to creating a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F14FD4-38F7-62A2-5D8F-281AF2B6CB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1" y="1254240"/>
            <a:ext cx="7675378" cy="2926334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You need to pick a </a:t>
            </a:r>
            <a:r>
              <a:rPr lang="en-US" b="1" dirty="0"/>
              <a:t>name</a:t>
            </a:r>
            <a:r>
              <a:rPr lang="en-US" dirty="0"/>
              <a:t> for the function. Pick something that helps you understand what the function does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You list the inputs, or </a:t>
            </a:r>
            <a:r>
              <a:rPr lang="en-US" b="1" dirty="0"/>
              <a:t>arguments</a:t>
            </a:r>
            <a:r>
              <a:rPr lang="en-US" dirty="0"/>
              <a:t>, to the function inside function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You place the code you have developed in </a:t>
            </a:r>
            <a:r>
              <a:rPr lang="en-US" b="1" dirty="0"/>
              <a:t>body</a:t>
            </a:r>
            <a:r>
              <a:rPr lang="en-US" dirty="0"/>
              <a:t> of the function, a { } block that immediately follows function(...).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4810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1" y="93091"/>
            <a:ext cx="7886700" cy="994172"/>
          </a:xfrm>
        </p:spPr>
        <p:txBody>
          <a:bodyPr/>
          <a:lstStyle/>
          <a:p>
            <a:r>
              <a:rPr lang="en-US" dirty="0"/>
              <a:t>Three key steps to creating a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1" y="1087263"/>
            <a:ext cx="7675378" cy="2926334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You need to pick a </a:t>
            </a:r>
            <a:r>
              <a:rPr lang="en-US" b="1" dirty="0"/>
              <a:t>name</a:t>
            </a:r>
            <a:r>
              <a:rPr lang="en-US" dirty="0"/>
              <a:t> for the function. Pick something that helps you understand what the function does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You list the inputs, or </a:t>
            </a:r>
            <a:r>
              <a:rPr lang="en-US" b="1" dirty="0"/>
              <a:t>arguments</a:t>
            </a:r>
            <a:r>
              <a:rPr lang="en-US" dirty="0"/>
              <a:t>, to the function inside function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You place the code you have developed in </a:t>
            </a:r>
            <a:r>
              <a:rPr lang="en-US" b="1" dirty="0"/>
              <a:t>body</a:t>
            </a:r>
            <a:r>
              <a:rPr lang="en-US" dirty="0"/>
              <a:t> of the function, a { } block that immediately follows function(...).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1212A5-3AC7-A54E-8D05-BD4218080F67}"/>
              </a:ext>
            </a:extLst>
          </p:cNvPr>
          <p:cNvSpPr txBox="1"/>
          <p:nvPr/>
        </p:nvSpPr>
        <p:spPr>
          <a:xfrm>
            <a:off x="628651" y="4226634"/>
            <a:ext cx="7600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venir Book" charset="0"/>
                <a:ea typeface="Avenir Book" charset="0"/>
                <a:cs typeface="Avenir Book" charset="0"/>
              </a:rPr>
              <a:t>Then it’s a good idea to do some testing with different inputs to make sure the function works as expected</a:t>
            </a:r>
          </a:p>
        </p:txBody>
      </p:sp>
    </p:spTree>
    <p:extLst>
      <p:ext uri="{BB962C8B-B14F-4D97-AF65-F5344CB8AC3E}">
        <p14:creationId xmlns:p14="http://schemas.microsoft.com/office/powerpoint/2010/main" val="2791250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3015AE37-CAD4-3DA2-C1B3-755010682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413" y="711570"/>
            <a:ext cx="8075966" cy="341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6854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names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588304"/>
            <a:ext cx="7187609" cy="2523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8979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Use consistent prefix for related functions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381" y="1439676"/>
            <a:ext cx="7400260" cy="2609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6247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Use commenting to explain your code and separate sections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709461"/>
            <a:ext cx="7886700" cy="3263504"/>
          </a:xfrm>
        </p:spPr>
        <p:txBody>
          <a:bodyPr/>
          <a:lstStyle/>
          <a:p>
            <a:r>
              <a:rPr lang="en-US" dirty="0"/>
              <a:t># Explain “why”</a:t>
            </a:r>
          </a:p>
          <a:p>
            <a:endParaRPr lang="en-US" dirty="0"/>
          </a:p>
          <a:p>
            <a:r>
              <a:rPr lang="en-US" dirty="0"/>
              <a:t>Generally the ”what” and “how” should be clear from the code. If not, consider adding intermediate variables with useful names</a:t>
            </a:r>
          </a:p>
        </p:txBody>
      </p:sp>
    </p:spTree>
    <p:extLst>
      <p:ext uri="{BB962C8B-B14F-4D97-AF65-F5344CB8AC3E}">
        <p14:creationId xmlns:p14="http://schemas.microsoft.com/office/powerpoint/2010/main" val="9799199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14A33-F6BF-4941-AE54-2B59E33ED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Take-homes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D93B93-E6A8-AD44-B3C0-2C2C0C5048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Functions are both for computers and humans</a:t>
            </a:r>
          </a:p>
          <a:p>
            <a:endParaRPr lang="en-US" dirty="0"/>
          </a:p>
          <a:p>
            <a:r>
              <a:rPr lang="en-US" dirty="0"/>
              <a:t>R doesn’t care what your function is called, or what comments it contains, but these are important for human readers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4668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arguments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268017"/>
            <a:ext cx="7886700" cy="3263504"/>
          </a:xfrm>
        </p:spPr>
        <p:txBody>
          <a:bodyPr/>
          <a:lstStyle/>
          <a:p>
            <a:r>
              <a:rPr lang="en-US" dirty="0"/>
              <a:t>Two broad sets:</a:t>
            </a:r>
          </a:p>
          <a:p>
            <a:pPr lvl="1"/>
            <a:r>
              <a:rPr lang="en-US" dirty="0"/>
              <a:t>One set supplies the </a:t>
            </a:r>
            <a:r>
              <a:rPr lang="en-US" b="1" dirty="0"/>
              <a:t>data</a:t>
            </a:r>
            <a:r>
              <a:rPr lang="en-US" dirty="0"/>
              <a:t> to compute on</a:t>
            </a:r>
          </a:p>
          <a:p>
            <a:pPr lvl="1"/>
            <a:r>
              <a:rPr lang="en-US" dirty="0"/>
              <a:t>The other supplies arguments that control the </a:t>
            </a:r>
            <a:r>
              <a:rPr lang="en-US" b="1" dirty="0"/>
              <a:t>details</a:t>
            </a:r>
            <a:r>
              <a:rPr lang="en-US" dirty="0"/>
              <a:t> of the computation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175" y="2631410"/>
            <a:ext cx="6842387" cy="2182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7815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Choosing names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841" y="1848971"/>
            <a:ext cx="5753100" cy="2311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8841" y="1429858"/>
            <a:ext cx="20874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Avenir Book" charset="0"/>
                <a:ea typeface="Avenir Book" charset="0"/>
                <a:cs typeface="Avenir Book" charset="0"/>
              </a:rPr>
              <a:t>Common defaults:</a:t>
            </a:r>
          </a:p>
        </p:txBody>
      </p:sp>
    </p:spTree>
    <p:extLst>
      <p:ext uri="{BB962C8B-B14F-4D97-AF65-F5344CB8AC3E}">
        <p14:creationId xmlns:p14="http://schemas.microsoft.com/office/powerpoint/2010/main" val="16237791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does a function return?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Usually the last statement it evaluates</a:t>
            </a:r>
          </a:p>
          <a:p>
            <a:endParaRPr lang="en-US" dirty="0"/>
          </a:p>
          <a:p>
            <a:r>
              <a:rPr lang="en-US" dirty="0"/>
              <a:t>Can choose to return early by using return()</a:t>
            </a:r>
          </a:p>
        </p:txBody>
      </p:sp>
    </p:spTree>
    <p:extLst>
      <p:ext uri="{BB962C8B-B14F-4D97-AF65-F5344CB8AC3E}">
        <p14:creationId xmlns:p14="http://schemas.microsoft.com/office/powerpoint/2010/main" val="8823407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does a function return?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Usually the last statement it evaluates</a:t>
            </a:r>
          </a:p>
          <a:p>
            <a:endParaRPr lang="en-US" dirty="0"/>
          </a:p>
          <a:p>
            <a:r>
              <a:rPr lang="en-US" dirty="0"/>
              <a:t>Can choose to return early by using return()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902651"/>
            <a:ext cx="6257365" cy="1730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4572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92E26C4-6199-96F0-AEDF-1ED7FBAF55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167" y="275015"/>
            <a:ext cx="8332235" cy="42878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3190079-35AC-72A1-4EC1-DDD5BE545B88}"/>
              </a:ext>
            </a:extLst>
          </p:cNvPr>
          <p:cNvSpPr txBox="1"/>
          <p:nvPr/>
        </p:nvSpPr>
        <p:spPr>
          <a:xfrm>
            <a:off x="-1097280" y="-17190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895716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A3D36444-BA67-F541-8106-F53A01161389}" vid="{E4B51183-AA3E-8342-B534-F249D4AA10F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4968</TotalTime>
  <Words>540</Words>
  <Application>Microsoft Macintosh PowerPoint</Application>
  <PresentationFormat>On-screen Show (16:9)</PresentationFormat>
  <Paragraphs>58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Avenir Book</vt:lpstr>
      <vt:lpstr>Calibri</vt:lpstr>
      <vt:lpstr>Calibri Light</vt:lpstr>
      <vt:lpstr>Theme1</vt:lpstr>
      <vt:lpstr>Functions</vt:lpstr>
      <vt:lpstr>Functions</vt:lpstr>
      <vt:lpstr>Functions</vt:lpstr>
      <vt:lpstr>When should you write a function?</vt:lpstr>
      <vt:lpstr>Basic syntax</vt:lpstr>
      <vt:lpstr>Three key steps to creating a function</vt:lpstr>
      <vt:lpstr>Three key steps to creating a function</vt:lpstr>
      <vt:lpstr>Three key steps to creating a function</vt:lpstr>
      <vt:lpstr>PowerPoint Presentation</vt:lpstr>
      <vt:lpstr>Example names</vt:lpstr>
      <vt:lpstr>Use consistent prefix for related functions</vt:lpstr>
      <vt:lpstr>Use commenting to explain your code and separate sections</vt:lpstr>
      <vt:lpstr>Take-homes</vt:lpstr>
      <vt:lpstr>Function arguments</vt:lpstr>
      <vt:lpstr>Choosing names</vt:lpstr>
      <vt:lpstr>What does a function return?</vt:lpstr>
      <vt:lpstr>What does a function return?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Nina Overgaard Therkildsen</dc:creator>
  <cp:lastModifiedBy>Nina Overgaard Therkildsen</cp:lastModifiedBy>
  <cp:revision>10</cp:revision>
  <dcterms:created xsi:type="dcterms:W3CDTF">2021-04-05T01:46:50Z</dcterms:created>
  <dcterms:modified xsi:type="dcterms:W3CDTF">2026-10-27T10:18:09Z</dcterms:modified>
</cp:coreProperties>
</file>